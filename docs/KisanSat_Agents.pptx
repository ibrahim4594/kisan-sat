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720" y="685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KisanSat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</a:rPr>
              <a:t>کسان سیٹ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Crop Advisory System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0" y="2560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Agents  |  NASA Satellite Intelligence  |  Pakistani Farmers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34747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43F5E">
              <a:alpha val="20000"/>
            </a:srgbClr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502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0" y="34747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0" y="3502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34747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3502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Soil/Crop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34747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3502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92240" y="34747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6B6D4">
              <a:alpha val="2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3502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46720" y="34747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3502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645920" y="3767328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00400" y="3767328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3767328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767328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863840" y="3767328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0" y="4480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Mustaqbil 2.0  |  Theme 4: Agriculture &amp; Food Security  |  Hard Tier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Samad  |  Defending Champion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1: Supervisor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6012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Orchestrator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31920" cy="10972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54864" cy="10972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5087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entire agent pipeline. Validates input, detects Pakistan crop season (Rabi/Kharif), dispatches agents in parallel waves, handles errors gracefully.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54864" cy="2560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83480" y="15544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Validate Pakistan coordinates (lat 23-37, lng 60-78)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Auto-detect Rabi (Oct-May) or Kharif (May-Dec) season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FAFB"/>
                </a:solidFill>
              </a:rPr>
              <a:t>Dispatch Wave 1: Weather + Soil/Crop in PARALLEL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FAFB"/>
                </a:solidFill>
              </a:rPr>
              <a:t>Dispatch Wave 2: Pest + Market in PARALLEL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Dispatch Wave 3: Advisory Agent (final synthesis)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Handle errors — if any agent fails, continue with partial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Stream real-time agent status via WebSocket to frontend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3931920" cy="128016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4688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TOOLS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" y="28346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9FAFB"/>
                </a:solidFill>
              </a:rPr>
              <a:t>LangGraph 1.1 — StateGraph, parallel branching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FastAPI WebSocket — real-time status streaming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Pakistan Crop Calendar (FAO AIS)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FLOW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80" y="43159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 →  Validate  →  Season Detect  →  [Weather + Soil] parallel  →  [Pest + Market] parallel  →  Advisory  →  Final Report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2: Weather Agent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601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Meteorologist — Forecast, Drought &amp; Flood Risk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54864" cy="2926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50876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Fetch 5-10 year historical climate data (temp, rain, humidity)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Fetch current weather + 5-day forecast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FAFB"/>
                </a:solidFill>
              </a:rPr>
              <a:t>Calculate Drought Risk Score (0-100)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FAFB"/>
                </a:solidFill>
              </a:rPr>
              <a:t>Calculate Flood Risk Score (0-100)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Flag extreme alerts: heatwave &gt;45°C, frost &lt;2°C, heavy rain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Season-critical: frost in Rabi? Monsoon delay in Kharif?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Recommend optimal 7-day planting window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Alert if heavy rain during wheat harvest (Apr-May)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83480" y="15087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NASA POWER API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Temp, rainfall, humidity, wind, solar — since 1981. NO API KEY.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OpenWeatherMap API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Current weather + 5-day forecast. Free: 1,000 calls/day.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</a:rPr>
              <a:t>NASA FLDAS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Flood/drought risk data for developing countries.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200400"/>
            <a:ext cx="3931920" cy="9144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320040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498348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83480" y="34930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humidity, rainfall forecast, drought_risk_score, flood_risk_score, planting_window, alerts[], reasoning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3: Soil &amp; Crop Agent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601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Agronomist — Soil Analysis &amp; Crop Recommendations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54864" cy="2926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50876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Fetch real-time soil moisture (surface + root zone)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Fetch NDVI vegetation health index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Fetch satellite imagery (true color + NDVI)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FAFB"/>
                </a:solidFill>
              </a:rPr>
              <a:t>Run Prithvi-EO-2.0 crop classification (GPU)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FAFB"/>
                </a:solidFill>
              </a:rPr>
              <a:t>Run XGBoost crop recommendation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Filter by Rabi/Kharif season calendar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Suggest climate-resilient varieties (e.g., Faisalabad-2008)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Calculate irrigation need + advice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23774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54864" cy="2377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1234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ML MODELS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83480" y="150876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9FAFB"/>
                </a:solidFill>
              </a:rPr>
              <a:t>NASA SMAP — soil moisture (USDA uses operationally)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9FAFB"/>
                </a:solidFill>
              </a:rPr>
              <a:t>Agromonitoring API — NDVI, EVI, soil temp (FREE)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</a:rPr>
              <a:t>NASA/IBM Prithvi-EO-2.0-300M — 300M param geospatial foundation model (HuggingFace, GPU)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XGBoost — trained on Pakistan crop/weather/soil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PARC — 20 climate-resilient varieties for Pakistan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Pakistan Bureau of Statistics — crop area/yield data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3749040"/>
            <a:ext cx="3931920" cy="7315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374904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4983480" y="3767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83480" y="40050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soil_moisture, ndvi_score, top 3 crop recs + confidence + variety, irrigation_advice, reasoning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4: Pest &amp; Disease Agent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601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Pathologist — Risk Prediction &amp; Prevention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31920" cy="219456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54864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50876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FAFB"/>
                </a:solidFill>
              </a:rPr>
              <a:t>Predict pest risk: weather + season + region → score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Check desert locust swarms near location (CRITICAL for Sindh)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Identify top 3 likely pests for crop + region + season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Detect disease from uploaded crop photo (EfficientNet)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Generate specific prevention actions per pest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Province-specific: Sindh=rust, Punjab=aphids, Balochistan=locust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1234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ML MODELS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83480" y="15087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9FAFB"/>
                </a:solidFill>
              </a:rPr>
              <a:t>FAO Locust Watch — live swarm tracking (NO KEY)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9FAFB"/>
                </a:solidFill>
              </a:rPr>
              <a:t>XGBoost — pest risk model (weather × season × region)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9E0B"/>
                </a:solidFill>
              </a:rPr>
              <a:t>EfficientNet-B3 — crop disease image classifier (GPU)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PlantVillage — 50K+ labeled disease images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PARC CDRI Karachi — Pakistan pest/disease database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611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PEST DATABASE BY PROVINCE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86200"/>
          <a:ext cx="7863840" cy="822960"/>
        </p:xfrm>
        <a:graphic>
          <a:graphicData uri="http://schemas.openxmlformats.org/drawingml/2006/table">
            <a:tbl>
              <a:tblPr/>
              <a:tblGrid>
                <a:gridCol w="1371600"/>
                <a:gridCol w="649224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Province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Major Pests/Diseases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</a:rPr>
                        <a:t>Sindh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</a:rPr>
                        <a:t>Wheat rust (MAJOR), stem rust (emerging), rice blast, cotton whitefly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</a:rPr>
                        <a:t>Punjab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</a:rPr>
                        <a:t>Wheat aphids, cotton bollworm, rice stem borer, sugarcane borers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</a:rPr>
                        <a:t>Balochistan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</a:rPr>
                        <a:t>Desert locust (CRITICAL corridor), drought stress, fruit fly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9FAFB"/>
                          </a:solidFill>
                        </a:rPr>
                        <a:t>KP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</a:rPr>
                        <a:t>Armyworm, flood damage, maize borer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5: Market Agent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601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Analyst — Prices, Trends &amp; Sell Timing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54864" cy="2926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50876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Fetch global commodity prices (wheat, rice, cotton, corn)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FAFB"/>
                </a:solidFill>
              </a:rPr>
              <a:t>Fetch Pakistan mandi prices (Lahore, Multan, Karachi, Sukkur)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Calculate 30-day price trend (rising/falling/stable)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Compare current vs 12-month average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Get wheat policy context (govt procurement status)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Estimate farmer revenue per acre in PKR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FAFB"/>
                </a:solidFill>
              </a:rPr>
              <a:t>Recommend sell timing: 'sell now' vs 'store for better price'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Convert all prices to Pakistani Rupees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23774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54864" cy="2377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83480" y="150876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9FAFB"/>
                </a:solidFill>
              </a:rPr>
              <a:t>Pakistan AMIS — daily wholesale mandi prices by city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9FAFB"/>
                </a:solidFill>
              </a:rPr>
              <a:t>API Ninjas Commodity — global prices (FREE: 10K/mo)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Agriculture Policy Institute (API) — wheat support price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PASSCO — national grain storage &amp; reserves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USDA FAS Pakistan — grain/feed price forecasts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PBS Price Statistics — food CPI, inflation data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3749040"/>
            <a:ext cx="3931920" cy="7315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374904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4983480" y="3767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CONTEXT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83480" y="40050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flour prices at near-record levels (Jan 2026, FAO GIEWS). Govt stopped guaranteed procurement — farmers losing income.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6: Advisory Agent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6012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Advisor — Synthesis, Urdu Translation &amp; Farm Score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54864" cy="2926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50876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FAFB"/>
                </a:solidFill>
              </a:rPr>
              <a:t>Synthesize ALL 4 agent outputs into coherent advisory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Generate English recommendation + action plan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FAFB"/>
                </a:solidFill>
              </a:rPr>
              <a:t>Generate Urdu (اردو) translation — RTL layout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Create reasoning chain — WHY each recommendation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FAFB"/>
                </a:solidFill>
              </a:rPr>
              <a:t>Calculate Farm Performance Score (1-100)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Add food security context (IPC phase for district)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Add responsible AI disclaimer on every output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List all data sources used for transparency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83480" y="1508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5CF6"/>
                </a:solidFill>
              </a:rPr>
              <a:t>Claude Sonnet 4 — synthesis + Urdu (built-in)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WFP Pakistan — food security context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IPC Pakistan — district food insecurity phases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MNFSR — policy context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FAO GIEWS — Pakistan crop outlook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3017520"/>
            <a:ext cx="3931920" cy="10972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301752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4983480" y="3063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PERFORMANCE SCORE (1-100)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83480" y="33375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Soil Quality: 0-25 pts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Weather Alignment: 0-25 pts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Pest Risk (inverted): 0-25 pts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</a:rPr>
              <a:t>Market Timing: 0-25 pts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70832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51560" y="4343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AI: Explainable reasoning  |  Human confirmation  |  Graceful degradation  |  No autonomous actions  |  Full transparency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Tech Stack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960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(Free, Open Access)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12344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POWER API — climate/weather since 1981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SMAP — soil moisture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MODIS NDVI — vegetation health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FLDAS — flood/drought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GRACE — groundwater depletion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0B981"/>
                </a:solidFill>
              </a:rPr>
              <a:t>Prithvi-EO-2.0 — geospatial AI model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Harvest/GEOGLAM — crop monitoring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14400"/>
            <a:ext cx="54864" cy="1828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960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&amp; International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83480" y="12344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WFP Pakistan — food security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FAO — crop production, GIEWS, pest alerts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FAO Locust Watch — live tracking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IPC — food insecurity phase classification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FAOSTAT — historical crop data since 1961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World Bank — agriculture GDP, climate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USDA FAS — Pakistan grain/feed reports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3931920" cy="13716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92608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971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Government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32461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AMIS — mandi wholesale prices by city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MNFSR — food security policy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PARC — crop varieties, disease research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PASSCO — grain storage &amp; reserves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PBS — crop statistics by province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2926080"/>
            <a:ext cx="3931920" cy="13716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1620000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2926080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4983480" y="2971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83480" y="32461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Backend: Python 3.12, FastAPI, LangGraph 1.1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Frontend: Next.js 16.2, Tailwind v4, Aceternity, Magic UI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LLM: Claude Sonnet 4 (Anthropic)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ML: Prithvi-EO-2.0, EfficientNet-B3, LSTM, XGBoost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CA3AF"/>
                </a:solidFill>
              </a:rPr>
              <a:t>3D: Three.js, Spline, Framer Motion, GSAP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0" y="4617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Ibrahim Samad  |  AI Mustaqbil 2.0  |  Defending Champion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KisanSat — Agent Architecture</dc:title>
  <dc:subject>PptxGenJS Presentation</dc:subject>
  <dc:creator>Ibrahim Samad</dc:creator>
  <cp:lastModifiedBy>Ibrahim Samad</cp:lastModifiedBy>
  <cp:revision>1</cp:revision>
  <dcterms:created xsi:type="dcterms:W3CDTF">2026-03-28T03:38:44Z</dcterms:created>
  <dcterms:modified xsi:type="dcterms:W3CDTF">2026-03-28T03:38:44Z</dcterms:modified>
</cp:coreProperties>
</file>